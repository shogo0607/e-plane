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電動航空機（空飛ぶクルマ）とは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・電動で垂直離着陸（eVTOL）</a:t>
            </a:r>
          </a:p>
          <a:p>
            <a:r>
              <a:t>・都市・地域の新しい移動手段</a:t>
            </a:r>
          </a:p>
          <a:p>
            <a:r>
              <a:t>・脱炭素＋交通効率化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なぜ注目されているのか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・渋滞回避</a:t>
            </a:r>
          </a:p>
          <a:p>
            <a:r>
              <a:t>・地方交通の補完</a:t>
            </a:r>
          </a:p>
          <a:p>
            <a:r>
              <a:t>・災害対応</a:t>
            </a:r>
          </a:p>
          <a:p>
            <a:r>
              <a:t>・観光価値の向上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日本の現状（2026年）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・SkyDriveが開発を主導</a:t>
            </a:r>
          </a:p>
          <a:p>
            <a:r>
              <a:t>・政府が制度整備を推進</a:t>
            </a:r>
          </a:p>
          <a:p>
            <a:r>
              <a:t>・実証飛行が進展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最新トピック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・ADO認定取得</a:t>
            </a:r>
          </a:p>
          <a:p>
            <a:r>
              <a:t>・SD-05認証計画進行</a:t>
            </a:r>
          </a:p>
          <a:p>
            <a:r>
              <a:t>・大阪・東京で実証</a:t>
            </a:r>
          </a:p>
          <a:p>
            <a:r>
              <a:t>・NEXCO連携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ロードマップ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・2027/28：商用開始（一部地域）</a:t>
            </a:r>
          </a:p>
          <a:p>
            <a:r>
              <a:t>・2030年代前半：遠隔操縦</a:t>
            </a:r>
          </a:p>
          <a:p>
            <a:r>
              <a:t>・後半：自律運航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規制のポイント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・型式証明（TC）</a:t>
            </a:r>
          </a:p>
          <a:p>
            <a:r>
              <a:t>・試験飛行ガイドライン</a:t>
            </a:r>
          </a:p>
          <a:p>
            <a:r>
              <a:t>・無人機制度との連携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技術のポイント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・電動モーター</a:t>
            </a:r>
          </a:p>
          <a:p>
            <a:r>
              <a:t>・バッテリー</a:t>
            </a:r>
          </a:p>
          <a:p>
            <a:r>
              <a:t>・騒音対策</a:t>
            </a:r>
          </a:p>
          <a:p>
            <a:r>
              <a:t>・運航管理システム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インフラ（バーティポート）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・離着陸場整備</a:t>
            </a:r>
          </a:p>
          <a:p>
            <a:r>
              <a:t>・駅・高速PA活用</a:t>
            </a:r>
          </a:p>
          <a:p>
            <a:r>
              <a:t>・都市/地方モデル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ユースケース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・観光</a:t>
            </a:r>
          </a:p>
          <a:p>
            <a:r>
              <a:t>・都市間移動</a:t>
            </a:r>
          </a:p>
          <a:p>
            <a:r>
              <a:t>・災害対応</a:t>
            </a:r>
          </a:p>
          <a:p>
            <a:r>
              <a:t>・医療輸送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・機体＋制度＋インフラが鍵</a:t>
            </a:r>
          </a:p>
          <a:p>
            <a:r>
              <a:t>・2028年前後が転換点</a:t>
            </a:r>
          </a:p>
          <a:p>
            <a:r>
              <a:t>・長期的に自律飛行へ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